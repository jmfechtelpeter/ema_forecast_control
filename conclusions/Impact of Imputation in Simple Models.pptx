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4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8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13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8479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6123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934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091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427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2810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7845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251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086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9142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9654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1615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Impact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Imputation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On MRT 1 </a:t>
            </a:r>
            <a:r>
              <a:rPr lang="de-DE" dirty="0" err="1" smtClean="0"/>
              <a:t>data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2492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Imputation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de-DE" dirty="0" err="1" smtClean="0"/>
              <a:t>Measures</a:t>
            </a:r>
            <a:r>
              <a:rPr lang="de-DE" dirty="0" smtClean="0"/>
              <a:t> have </a:t>
            </a:r>
            <a:r>
              <a:rPr lang="de-DE" dirty="0" err="1" smtClean="0"/>
              <a:t>been</a:t>
            </a:r>
            <a:r>
              <a:rPr lang="de-DE" dirty="0" smtClean="0"/>
              <a:t> </a:t>
            </a:r>
            <a:r>
              <a:rPr lang="de-DE" dirty="0" err="1" smtClean="0"/>
              <a:t>taken</a:t>
            </a:r>
            <a:r>
              <a:rPr lang="de-DE" dirty="0" smtClean="0"/>
              <a:t> that </a:t>
            </a:r>
            <a:r>
              <a:rPr lang="de-DE" dirty="0" err="1" smtClean="0"/>
              <a:t>each</a:t>
            </a:r>
            <a:r>
              <a:rPr lang="de-DE" dirty="0" smtClean="0"/>
              <a:t> </a:t>
            </a:r>
            <a:r>
              <a:rPr lang="de-DE" dirty="0" err="1" smtClean="0"/>
              <a:t>model</a:t>
            </a:r>
            <a:r>
              <a:rPr lang="de-DE" dirty="0" smtClean="0"/>
              <a:t> </a:t>
            </a:r>
            <a:r>
              <a:rPr lang="de-DE" dirty="0" err="1" smtClean="0"/>
              <a:t>can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trained</a:t>
            </a:r>
            <a:r>
              <a:rPr lang="de-DE" dirty="0" smtClean="0"/>
              <a:t> on time </a:t>
            </a:r>
            <a:r>
              <a:rPr lang="de-DE" dirty="0" err="1" smtClean="0"/>
              <a:t>series</a:t>
            </a:r>
            <a:r>
              <a:rPr lang="de-DE" dirty="0" smtClean="0"/>
              <a:t> </a:t>
            </a:r>
            <a:r>
              <a:rPr lang="de-DE" dirty="0" err="1" smtClean="0"/>
              <a:t>containing</a:t>
            </a:r>
            <a:r>
              <a:rPr lang="de-DE" dirty="0" smtClean="0"/>
              <a:t> </a:t>
            </a:r>
            <a:r>
              <a:rPr lang="de-DE" dirty="0" err="1" smtClean="0"/>
              <a:t>missing</a:t>
            </a:r>
            <a:r>
              <a:rPr lang="de-DE" dirty="0" smtClean="0"/>
              <a:t> </a:t>
            </a:r>
            <a:r>
              <a:rPr lang="de-DE" dirty="0" err="1" smtClean="0"/>
              <a:t>values</a:t>
            </a:r>
            <a:r>
              <a:rPr lang="de-DE" dirty="0" smtClean="0"/>
              <a:t>:</a:t>
            </a:r>
          </a:p>
          <a:p>
            <a:pPr lvl="2"/>
            <a:r>
              <a:rPr lang="de-DE" dirty="0" smtClean="0"/>
              <a:t>Simple </a:t>
            </a:r>
            <a:r>
              <a:rPr lang="de-DE" dirty="0" err="1" smtClean="0"/>
              <a:t>models</a:t>
            </a:r>
            <a:r>
              <a:rPr lang="de-DE" dirty="0" smtClean="0"/>
              <a:t> </a:t>
            </a:r>
            <a:r>
              <a:rPr lang="de-DE" dirty="0" err="1" smtClean="0"/>
              <a:t>leave</a:t>
            </a:r>
            <a:r>
              <a:rPr lang="de-DE" dirty="0" smtClean="0"/>
              <a:t> out </a:t>
            </a:r>
            <a:r>
              <a:rPr lang="de-DE" dirty="0" err="1" smtClean="0"/>
              <a:t>missing</a:t>
            </a:r>
            <a:r>
              <a:rPr lang="de-DE" dirty="0" smtClean="0"/>
              <a:t> </a:t>
            </a:r>
            <a:r>
              <a:rPr lang="de-DE" dirty="0" err="1" smtClean="0"/>
              <a:t>during</a:t>
            </a:r>
            <a:r>
              <a:rPr lang="de-DE" dirty="0" smtClean="0"/>
              <a:t> </a:t>
            </a:r>
            <a:r>
              <a:rPr lang="de-DE" dirty="0" err="1" smtClean="0"/>
              <a:t>fitting</a:t>
            </a:r>
            <a:endParaRPr lang="de-DE" dirty="0" smtClean="0"/>
          </a:p>
          <a:p>
            <a:pPr lvl="2"/>
            <a:r>
              <a:rPr lang="de-DE" dirty="0" smtClean="0"/>
              <a:t>EM </a:t>
            </a:r>
            <a:r>
              <a:rPr lang="de-DE" dirty="0" err="1" smtClean="0"/>
              <a:t>Algorithm</a:t>
            </a:r>
            <a:r>
              <a:rPr lang="de-DE" dirty="0" smtClean="0"/>
              <a:t> </a:t>
            </a:r>
            <a:r>
              <a:rPr lang="de-DE" dirty="0" err="1" smtClean="0"/>
              <a:t>ignores</a:t>
            </a:r>
            <a:r>
              <a:rPr lang="de-DE" dirty="0" smtClean="0"/>
              <a:t> </a:t>
            </a:r>
            <a:r>
              <a:rPr lang="de-DE" dirty="0" err="1" smtClean="0"/>
              <a:t>missings</a:t>
            </a:r>
            <a:r>
              <a:rPr lang="de-DE" dirty="0" smtClean="0"/>
              <a:t> </a:t>
            </a:r>
            <a:r>
              <a:rPr lang="de-DE" dirty="0" err="1" smtClean="0"/>
              <a:t>during</a:t>
            </a:r>
            <a:r>
              <a:rPr lang="de-DE" dirty="0" smtClean="0"/>
              <a:t> </a:t>
            </a:r>
            <a:r>
              <a:rPr lang="de-DE" dirty="0" err="1" smtClean="0"/>
              <a:t>calculation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filter</a:t>
            </a:r>
            <a:r>
              <a:rPr lang="de-DE" dirty="0" smtClean="0"/>
              <a:t>/smoother </a:t>
            </a:r>
            <a:r>
              <a:rPr lang="de-DE" dirty="0" err="1" smtClean="0"/>
              <a:t>covariances</a:t>
            </a:r>
            <a:r>
              <a:rPr lang="de-DE" dirty="0" smtClean="0"/>
              <a:t>,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hence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likelihood</a:t>
            </a:r>
            <a:endParaRPr lang="de-DE" dirty="0" smtClean="0"/>
          </a:p>
          <a:p>
            <a:pPr lvl="2"/>
            <a:r>
              <a:rPr lang="de-DE" dirty="0" smtClean="0"/>
              <a:t>PLRNN </a:t>
            </a:r>
            <a:r>
              <a:rPr lang="de-DE" dirty="0" err="1" smtClean="0"/>
              <a:t>does</a:t>
            </a:r>
            <a:r>
              <a:rPr lang="de-DE" dirty="0" smtClean="0"/>
              <a:t> not </a:t>
            </a:r>
            <a:r>
              <a:rPr lang="de-DE" dirty="0" err="1" smtClean="0"/>
              <a:t>teacher</a:t>
            </a:r>
            <a:r>
              <a:rPr lang="de-DE" dirty="0" smtClean="0"/>
              <a:t> </a:t>
            </a:r>
            <a:r>
              <a:rPr lang="de-DE" dirty="0" err="1" smtClean="0"/>
              <a:t>force</a:t>
            </a:r>
            <a:r>
              <a:rPr lang="de-DE" dirty="0" smtClean="0"/>
              <a:t> </a:t>
            </a:r>
            <a:r>
              <a:rPr lang="de-DE" dirty="0" err="1" smtClean="0"/>
              <a:t>missings</a:t>
            </a:r>
            <a:endParaRPr lang="de-DE" dirty="0" smtClean="0"/>
          </a:p>
          <a:p>
            <a:pPr lvl="1"/>
            <a:r>
              <a:rPr lang="de-DE" dirty="0" err="1" smtClean="0"/>
              <a:t>Alternatively</a:t>
            </a:r>
            <a:r>
              <a:rPr lang="de-DE" dirty="0" smtClean="0"/>
              <a:t>, </a:t>
            </a:r>
            <a:r>
              <a:rPr lang="de-DE" dirty="0" err="1" smtClean="0"/>
              <a:t>one</a:t>
            </a:r>
            <a:r>
              <a:rPr lang="de-DE" dirty="0" smtClean="0"/>
              <a:t> could </a:t>
            </a:r>
            <a:r>
              <a:rPr lang="de-DE" dirty="0" err="1" smtClean="0"/>
              <a:t>forward</a:t>
            </a:r>
            <a:r>
              <a:rPr lang="de-DE" dirty="0"/>
              <a:t> </a:t>
            </a:r>
            <a:r>
              <a:rPr lang="de-DE" dirty="0" err="1" smtClean="0"/>
              <a:t>impute</a:t>
            </a:r>
            <a:r>
              <a:rPr lang="de-DE" dirty="0" smtClean="0"/>
              <a:t> </a:t>
            </a:r>
            <a:r>
              <a:rPr lang="de-DE" dirty="0" err="1" smtClean="0"/>
              <a:t>missings</a:t>
            </a:r>
            <a:endParaRPr lang="de-DE" dirty="0" smtClean="0"/>
          </a:p>
          <a:p>
            <a:pPr lvl="2"/>
            <a:endParaRPr lang="de-DE" dirty="0" smtClean="0"/>
          </a:p>
          <a:p>
            <a:pPr lvl="1"/>
            <a:endParaRPr lang="de-DE" dirty="0"/>
          </a:p>
          <a:p>
            <a:pPr lvl="1"/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567556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Testing</a:t>
            </a:r>
            <a:r>
              <a:rPr lang="de-DE" dirty="0" smtClean="0"/>
              <a:t> </a:t>
            </a:r>
            <a:r>
              <a:rPr lang="de-DE" dirty="0" err="1" smtClean="0"/>
              <a:t>impact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imputation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Almost</a:t>
            </a:r>
            <a:r>
              <a:rPr lang="de-DE" dirty="0" smtClean="0"/>
              <a:t>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effect</a:t>
            </a:r>
            <a:r>
              <a:rPr lang="de-DE" dirty="0" smtClean="0"/>
              <a:t> on MAE in </a:t>
            </a:r>
            <a:r>
              <a:rPr lang="de-DE" dirty="0" err="1" smtClean="0"/>
              <a:t>Pregression</a:t>
            </a:r>
            <a:r>
              <a:rPr lang="de-DE" dirty="0" smtClean="0"/>
              <a:t>, </a:t>
            </a:r>
            <a:r>
              <a:rPr lang="de-DE" dirty="0" err="1" smtClean="0"/>
              <a:t>imputation</a:t>
            </a:r>
            <a:r>
              <a:rPr lang="de-DE" dirty="0" smtClean="0"/>
              <a:t> </a:t>
            </a:r>
            <a:r>
              <a:rPr lang="de-DE" dirty="0" err="1" smtClean="0"/>
              <a:t>slightly</a:t>
            </a:r>
            <a:r>
              <a:rPr lang="de-DE" dirty="0" smtClean="0"/>
              <a:t> </a:t>
            </a:r>
            <a:r>
              <a:rPr lang="de-DE" dirty="0" err="1" smtClean="0"/>
              <a:t>improves</a:t>
            </a:r>
            <a:r>
              <a:rPr lang="de-DE" dirty="0" smtClean="0"/>
              <a:t> VAR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957" y="3743385"/>
            <a:ext cx="5381625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4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957" y="3743384"/>
            <a:ext cx="5381625" cy="227647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Testing</a:t>
            </a:r>
            <a:r>
              <a:rPr lang="de-DE" dirty="0" smtClean="0"/>
              <a:t> </a:t>
            </a:r>
            <a:r>
              <a:rPr lang="de-DE" dirty="0" err="1" smtClean="0"/>
              <a:t>impact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imputation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Imputation</a:t>
            </a:r>
            <a:r>
              <a:rPr lang="de-DE" dirty="0" smtClean="0"/>
              <a:t> </a:t>
            </a:r>
            <a:r>
              <a:rPr lang="de-DE" dirty="0" err="1" smtClean="0"/>
              <a:t>improves</a:t>
            </a:r>
            <a:r>
              <a:rPr lang="de-DE" dirty="0" smtClean="0"/>
              <a:t> </a:t>
            </a:r>
            <a:r>
              <a:rPr lang="de-DE" dirty="0" err="1" smtClean="0"/>
              <a:t>diff</a:t>
            </a:r>
            <a:r>
              <a:rPr lang="de-DE" dirty="0" err="1"/>
              <a:t>_</a:t>
            </a:r>
            <a:r>
              <a:rPr lang="de-DE" dirty="0" err="1" smtClean="0"/>
              <a:t>MAE</a:t>
            </a:r>
            <a:r>
              <a:rPr lang="de-DE" dirty="0" smtClean="0"/>
              <a:t> in VAR1, </a:t>
            </a:r>
            <a:r>
              <a:rPr lang="de-DE" dirty="0" err="1" smtClean="0"/>
              <a:t>almost</a:t>
            </a:r>
            <a:r>
              <a:rPr lang="de-DE" dirty="0" smtClean="0"/>
              <a:t>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effect</a:t>
            </a:r>
            <a:r>
              <a:rPr lang="de-DE" dirty="0" smtClean="0"/>
              <a:t> on Regression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8046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32" y="3743383"/>
            <a:ext cx="5467350" cy="227647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Testing</a:t>
            </a:r>
            <a:r>
              <a:rPr lang="de-DE" dirty="0" smtClean="0"/>
              <a:t> </a:t>
            </a:r>
            <a:r>
              <a:rPr lang="de-DE" dirty="0" err="1" smtClean="0"/>
              <a:t>impact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imputation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Very</a:t>
            </a:r>
            <a:r>
              <a:rPr lang="de-DE" dirty="0" smtClean="0"/>
              <a:t> </a:t>
            </a:r>
            <a:r>
              <a:rPr lang="de-DE" dirty="0" err="1" smtClean="0"/>
              <a:t>slight</a:t>
            </a:r>
            <a:r>
              <a:rPr lang="de-DE" dirty="0" smtClean="0"/>
              <a:t> </a:t>
            </a:r>
            <a:r>
              <a:rPr lang="de-DE" dirty="0" err="1" smtClean="0"/>
              <a:t>effects</a:t>
            </a:r>
            <a:r>
              <a:rPr lang="de-DE" dirty="0" smtClean="0"/>
              <a:t> on </a:t>
            </a:r>
            <a:r>
              <a:rPr lang="de-DE" dirty="0" err="1" smtClean="0"/>
              <a:t>change_MAE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9162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Bottom</a:t>
            </a:r>
            <a:r>
              <a:rPr lang="de-DE" dirty="0" smtClean="0"/>
              <a:t> </a:t>
            </a:r>
            <a:r>
              <a:rPr lang="de-DE" dirty="0" err="1" smtClean="0"/>
              <a:t>line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Don‘t </a:t>
            </a:r>
            <a:r>
              <a:rPr lang="de-DE" dirty="0" err="1" smtClean="0"/>
              <a:t>impute</a:t>
            </a:r>
            <a:endParaRPr lang="de-DE" dirty="0" smtClean="0"/>
          </a:p>
          <a:p>
            <a:r>
              <a:rPr lang="de-DE" dirty="0" smtClean="0"/>
              <a:t>There </a:t>
            </a:r>
            <a:r>
              <a:rPr lang="de-DE" dirty="0" err="1" smtClean="0"/>
              <a:t>are</a:t>
            </a:r>
            <a:r>
              <a:rPr lang="de-DE" dirty="0" smtClean="0"/>
              <a:t> </a:t>
            </a:r>
            <a:r>
              <a:rPr lang="de-DE" dirty="0" err="1" smtClean="0"/>
              <a:t>small</a:t>
            </a:r>
            <a:r>
              <a:rPr lang="de-DE" dirty="0" smtClean="0"/>
              <a:t> </a:t>
            </a:r>
            <a:r>
              <a:rPr lang="de-DE" dirty="0" err="1" smtClean="0"/>
              <a:t>benefits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VAR, but not </a:t>
            </a:r>
            <a:r>
              <a:rPr lang="de-DE" dirty="0" err="1" smtClean="0"/>
              <a:t>for</a:t>
            </a:r>
            <a:r>
              <a:rPr lang="de-DE" dirty="0" smtClean="0"/>
              <a:t> Regression</a:t>
            </a:r>
          </a:p>
          <a:p>
            <a:r>
              <a:rPr lang="de-DE" dirty="0" smtClean="0"/>
              <a:t>The </a:t>
            </a:r>
            <a:r>
              <a:rPr lang="de-DE" dirty="0" err="1" smtClean="0"/>
              <a:t>benefits</a:t>
            </a:r>
            <a:r>
              <a:rPr lang="de-DE" dirty="0" smtClean="0"/>
              <a:t> don‘t </a:t>
            </a:r>
            <a:r>
              <a:rPr lang="de-DE" dirty="0" err="1" smtClean="0"/>
              <a:t>outweigh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theoretical</a:t>
            </a:r>
            <a:r>
              <a:rPr lang="de-DE" dirty="0" smtClean="0"/>
              <a:t> </a:t>
            </a:r>
            <a:r>
              <a:rPr lang="de-DE" dirty="0" err="1" smtClean="0"/>
              <a:t>beauty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not </a:t>
            </a:r>
            <a:r>
              <a:rPr lang="de-DE" dirty="0" err="1" smtClean="0"/>
              <a:t>having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care </a:t>
            </a:r>
            <a:r>
              <a:rPr lang="de-DE" dirty="0" err="1" smtClean="0"/>
              <a:t>about</a:t>
            </a:r>
            <a:r>
              <a:rPr lang="de-DE" dirty="0" smtClean="0"/>
              <a:t> </a:t>
            </a:r>
            <a:r>
              <a:rPr lang="de-DE" dirty="0" err="1" smtClean="0"/>
              <a:t>missings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2426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Office PowerPoint</Application>
  <PresentationFormat>Breitbild</PresentationFormat>
  <Paragraphs>19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Impact of Imputation</vt:lpstr>
      <vt:lpstr>Imputation</vt:lpstr>
      <vt:lpstr>Testing impact of imputation</vt:lpstr>
      <vt:lpstr>Testing impact of imputation</vt:lpstr>
      <vt:lpstr>Testing impact of imputation</vt:lpstr>
      <vt:lpstr>Bottom line</vt:lpstr>
    </vt:vector>
  </TitlesOfParts>
  <Company>ZI Mannheim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LR Annealing</dc:title>
  <dc:creator>Fechtelpeter, Janik</dc:creator>
  <cp:lastModifiedBy>Fechtelpeter, Janik</cp:lastModifiedBy>
  <cp:revision>11</cp:revision>
  <dcterms:created xsi:type="dcterms:W3CDTF">2025-02-19T13:39:41Z</dcterms:created>
  <dcterms:modified xsi:type="dcterms:W3CDTF">2025-03-19T14:22:05Z</dcterms:modified>
</cp:coreProperties>
</file>