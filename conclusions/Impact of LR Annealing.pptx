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" y="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47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12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93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91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27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81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84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51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914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654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D1A66-EB6B-456D-8B16-97088A7C253F}" type="datetimeFigureOut">
              <a:rPr lang="de-DE" smtClean="0"/>
              <a:t>19.02.2025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161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Impact </a:t>
            </a:r>
            <a:r>
              <a:rPr lang="de-DE" dirty="0" err="1" smtClean="0"/>
              <a:t>of</a:t>
            </a:r>
            <a:r>
              <a:rPr lang="de-DE" dirty="0"/>
              <a:t> </a:t>
            </a:r>
            <a:r>
              <a:rPr lang="de-DE" dirty="0" smtClean="0"/>
              <a:t>LR </a:t>
            </a:r>
            <a:r>
              <a:rPr lang="de-DE" dirty="0" err="1" smtClean="0"/>
              <a:t>Annealing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On MRT 1 </a:t>
            </a:r>
            <a:r>
              <a:rPr lang="de-DE" dirty="0" err="1" smtClean="0"/>
              <a:t>data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2492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LR </a:t>
            </a:r>
            <a:r>
              <a:rPr lang="de-DE" dirty="0" err="1" smtClean="0"/>
              <a:t>Annealing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Starts with </a:t>
            </a:r>
            <a:r>
              <a:rPr lang="de-DE" dirty="0" err="1" smtClean="0"/>
              <a:t>learning</a:t>
            </a:r>
            <a:r>
              <a:rPr lang="de-DE" dirty="0" smtClean="0"/>
              <a:t> rate 0.001</a:t>
            </a:r>
          </a:p>
          <a:p>
            <a:r>
              <a:rPr lang="de-DE" dirty="0" err="1" smtClean="0"/>
              <a:t>Uses</a:t>
            </a:r>
            <a:r>
              <a:rPr lang="de-DE" dirty="0" smtClean="0"/>
              <a:t> </a:t>
            </a:r>
            <a:r>
              <a:rPr lang="de-DE" sz="1800" dirty="0" err="1">
                <a:latin typeface="Consolas" panose="020B0609020204030204" pitchFamily="49" charset="0"/>
              </a:rPr>
              <a:t>optim.lr_scheduler.ReduceLROnPlateau</a:t>
            </a:r>
            <a:r>
              <a:rPr lang="de-DE" sz="1800" dirty="0">
                <a:latin typeface="Consolas" panose="020B0609020204030204" pitchFamily="49" charset="0"/>
              </a:rPr>
              <a:t>(</a:t>
            </a:r>
            <a:r>
              <a:rPr lang="de-DE" sz="1800" dirty="0" err="1">
                <a:latin typeface="Consolas" panose="020B0609020204030204" pitchFamily="49" charset="0"/>
              </a:rPr>
              <a:t>self.optimizer</a:t>
            </a:r>
            <a:r>
              <a:rPr lang="de-DE" sz="1800" dirty="0">
                <a:latin typeface="Consolas" panose="020B0609020204030204" pitchFamily="49" charset="0"/>
              </a:rPr>
              <a:t>)</a:t>
            </a:r>
          </a:p>
          <a:p>
            <a:r>
              <a:rPr lang="de-DE" dirty="0" err="1" smtClean="0"/>
              <a:t>If</a:t>
            </a:r>
            <a:r>
              <a:rPr lang="de-DE" dirty="0" smtClean="0"/>
              <a:t> </a:t>
            </a:r>
            <a:r>
              <a:rPr lang="de-DE" dirty="0" err="1" smtClean="0"/>
              <a:t>early</a:t>
            </a:r>
            <a:r>
              <a:rPr lang="de-DE" dirty="0"/>
              <a:t> </a:t>
            </a:r>
            <a:r>
              <a:rPr lang="de-DE" dirty="0" err="1" smtClean="0"/>
              <a:t>stopping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r>
              <a:rPr lang="de-DE" dirty="0" smtClean="0"/>
              <a:t>,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considers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impact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reduced</a:t>
            </a:r>
            <a:r>
              <a:rPr lang="de-DE" dirty="0" smtClean="0"/>
              <a:t> </a:t>
            </a:r>
            <a:r>
              <a:rPr lang="de-DE" dirty="0" err="1" smtClean="0"/>
              <a:t>learning</a:t>
            </a:r>
            <a:r>
              <a:rPr lang="de-DE" dirty="0" smtClean="0"/>
              <a:t> rate </a:t>
            </a:r>
            <a:r>
              <a:rPr lang="de-DE" dirty="0" smtClean="0">
                <a:sym typeface="Wingdings" panose="05000000000000000000" pitchFamily="2" charset="2"/>
              </a:rPr>
              <a:t> </a:t>
            </a:r>
            <a:r>
              <a:rPr lang="de-DE" dirty="0" err="1" smtClean="0">
                <a:sym typeface="Wingdings" panose="05000000000000000000" pitchFamily="2" charset="2"/>
              </a:rPr>
              <a:t>training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might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stop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earlier</a:t>
            </a:r>
            <a:r>
              <a:rPr lang="de-DE" dirty="0" smtClean="0">
                <a:sym typeface="Wingdings" panose="05000000000000000000" pitchFamily="2" charset="2"/>
              </a:rPr>
              <a:t> still:</a:t>
            </a:r>
          </a:p>
          <a:p>
            <a:pPr lvl="1"/>
            <a:r>
              <a:rPr lang="de-DE" dirty="0" err="1" smtClean="0"/>
              <a:t>Stopping</a:t>
            </a:r>
            <a:r>
              <a:rPr lang="de-DE" dirty="0" smtClean="0"/>
              <a:t> </a:t>
            </a:r>
            <a:r>
              <a:rPr lang="de-DE" dirty="0" err="1" smtClean="0"/>
              <a:t>condition</a:t>
            </a:r>
            <a:r>
              <a:rPr lang="de-DE" dirty="0" smtClean="0"/>
              <a:t>: </a:t>
            </a:r>
            <a:r>
              <a:rPr lang="de-DE" sz="1800" dirty="0" err="1" smtClean="0">
                <a:latin typeface="Consolas" panose="020B0609020204030204" pitchFamily="49" charset="0"/>
              </a:rPr>
              <a:t>validation_loss</a:t>
            </a:r>
            <a:r>
              <a:rPr lang="de-DE" sz="1800" dirty="0" smtClean="0">
                <a:latin typeface="Consolas" panose="020B0609020204030204" pitchFamily="49" charset="0"/>
              </a:rPr>
              <a:t> </a:t>
            </a:r>
            <a:r>
              <a:rPr lang="de-DE" sz="1800" dirty="0">
                <a:latin typeface="Consolas" panose="020B0609020204030204" pitchFamily="49" charset="0"/>
              </a:rPr>
              <a:t>&gt; (</a:t>
            </a:r>
            <a:r>
              <a:rPr lang="de-DE" sz="1800" dirty="0" err="1">
                <a:latin typeface="Consolas" panose="020B0609020204030204" pitchFamily="49" charset="0"/>
              </a:rPr>
              <a:t>self.min_validation_loss</a:t>
            </a:r>
            <a:r>
              <a:rPr lang="de-DE" sz="1800" dirty="0">
                <a:latin typeface="Consolas" panose="020B0609020204030204" pitchFamily="49" charset="0"/>
              </a:rPr>
              <a:t> + </a:t>
            </a:r>
            <a:r>
              <a:rPr lang="de-DE" sz="1800" dirty="0" err="1">
                <a:latin typeface="Consolas" panose="020B0609020204030204" pitchFamily="49" charset="0"/>
              </a:rPr>
              <a:t>self.min_delta</a:t>
            </a:r>
            <a:r>
              <a:rPr lang="de-DE" sz="1800" dirty="0">
                <a:latin typeface="Consolas" panose="020B0609020204030204" pitchFamily="49" charset="0"/>
              </a:rPr>
              <a:t>*</a:t>
            </a:r>
            <a:r>
              <a:rPr lang="de-DE" sz="1800" dirty="0" err="1">
                <a:latin typeface="Consolas" panose="020B0609020204030204" pitchFamily="49" charset="0"/>
              </a:rPr>
              <a:t>learning_rate</a:t>
            </a:r>
            <a:r>
              <a:rPr lang="de-DE" sz="1800" dirty="0">
                <a:latin typeface="Consolas" panose="020B0609020204030204" pitchFamily="49" charset="0"/>
              </a:rPr>
              <a:t>*1e3</a:t>
            </a:r>
            <a:r>
              <a:rPr lang="de-DE" sz="1800" dirty="0" smtClean="0">
                <a:latin typeface="Consolas" panose="020B0609020204030204" pitchFamily="49" charset="0"/>
              </a:rPr>
              <a:t>) </a:t>
            </a:r>
            <a:r>
              <a:rPr lang="de-DE" dirty="0" err="1" smtClean="0"/>
              <a:t>happens</a:t>
            </a:r>
            <a:r>
              <a:rPr lang="de-DE" dirty="0" smtClean="0"/>
              <a:t> </a:t>
            </a:r>
            <a:r>
              <a:rPr lang="de-DE" dirty="0" err="1" smtClean="0"/>
              <a:t>several</a:t>
            </a:r>
            <a:r>
              <a:rPr lang="de-DE" dirty="0" smtClean="0"/>
              <a:t> </a:t>
            </a:r>
            <a:r>
              <a:rPr lang="de-DE" dirty="0" err="1" smtClean="0"/>
              <a:t>times</a:t>
            </a: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755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Using</a:t>
            </a:r>
            <a:r>
              <a:rPr lang="de-DE" dirty="0" smtClean="0"/>
              <a:t> </a:t>
            </a:r>
            <a:r>
              <a:rPr lang="de-DE" dirty="0" err="1" smtClean="0"/>
              <a:t>best</a:t>
            </a:r>
            <a:r>
              <a:rPr lang="de-DE" dirty="0" smtClean="0"/>
              <a:t> </a:t>
            </a:r>
            <a:r>
              <a:rPr lang="de-DE" dirty="0" err="1" smtClean="0"/>
              <a:t>runs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552903" cy="246795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97" y="1825625"/>
            <a:ext cx="5552903" cy="2467957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28519"/>
            <a:ext cx="5466332" cy="242948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837" y="4428519"/>
            <a:ext cx="5466333" cy="242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Using</a:t>
            </a:r>
            <a:r>
              <a:rPr lang="de-DE" dirty="0" smtClean="0"/>
              <a:t> </a:t>
            </a:r>
            <a:r>
              <a:rPr lang="de-DE" dirty="0" err="1" smtClean="0"/>
              <a:t>ensemble</a:t>
            </a:r>
            <a:r>
              <a:rPr lang="de-DE" dirty="0" smtClean="0"/>
              <a:t> </a:t>
            </a:r>
            <a:r>
              <a:rPr lang="de-DE" dirty="0" err="1" smtClean="0"/>
              <a:t>predictors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112" y="3833104"/>
            <a:ext cx="5748256" cy="255478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64" y="3884764"/>
            <a:ext cx="5632019" cy="250312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4" y="1590985"/>
            <a:ext cx="5697079" cy="2532035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112" y="1545730"/>
            <a:ext cx="5748256" cy="25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3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Bottom</a:t>
            </a:r>
            <a:r>
              <a:rPr lang="de-DE" dirty="0" smtClean="0"/>
              <a:t> </a:t>
            </a:r>
            <a:r>
              <a:rPr lang="de-DE" dirty="0" err="1" smtClean="0"/>
              <a:t>line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LR </a:t>
            </a:r>
            <a:r>
              <a:rPr lang="de-DE" dirty="0" err="1" smtClean="0"/>
              <a:t>annealing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beneficial</a:t>
            </a:r>
            <a:r>
              <a:rPr lang="de-DE" dirty="0" smtClean="0"/>
              <a:t> </a:t>
            </a:r>
            <a:r>
              <a:rPr lang="de-DE" dirty="0" err="1" smtClean="0"/>
              <a:t>when</a:t>
            </a:r>
            <a:r>
              <a:rPr lang="de-DE" dirty="0" smtClean="0"/>
              <a:t> </a:t>
            </a:r>
            <a:r>
              <a:rPr lang="de-DE" dirty="0" err="1" smtClean="0"/>
              <a:t>using</a:t>
            </a:r>
            <a:r>
              <a:rPr lang="de-DE" dirty="0" smtClean="0"/>
              <a:t> </a:t>
            </a:r>
            <a:r>
              <a:rPr lang="de-DE" dirty="0" err="1" smtClean="0"/>
              <a:t>best</a:t>
            </a:r>
            <a:r>
              <a:rPr lang="de-DE" dirty="0" smtClean="0"/>
              <a:t> </a:t>
            </a:r>
            <a:r>
              <a:rPr lang="de-DE" dirty="0" err="1" smtClean="0"/>
              <a:t>runs</a:t>
            </a:r>
            <a:endParaRPr lang="de-DE" dirty="0" smtClean="0"/>
          </a:p>
          <a:p>
            <a:r>
              <a:rPr lang="de-DE" dirty="0" smtClean="0"/>
              <a:t>LR </a:t>
            </a:r>
            <a:r>
              <a:rPr lang="de-DE" dirty="0" err="1" smtClean="0"/>
              <a:t>annealing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not </a:t>
            </a:r>
            <a:r>
              <a:rPr lang="de-DE" dirty="0" err="1" smtClean="0"/>
              <a:t>harmful</a:t>
            </a:r>
            <a:r>
              <a:rPr lang="de-DE" dirty="0" smtClean="0"/>
              <a:t> </a:t>
            </a:r>
            <a:r>
              <a:rPr lang="de-DE" dirty="0" err="1" smtClean="0"/>
              <a:t>when</a:t>
            </a:r>
            <a:r>
              <a:rPr lang="de-DE" dirty="0" smtClean="0"/>
              <a:t> </a:t>
            </a:r>
            <a:r>
              <a:rPr lang="de-DE" dirty="0" err="1" smtClean="0"/>
              <a:t>using</a:t>
            </a:r>
            <a:r>
              <a:rPr lang="de-DE" dirty="0" smtClean="0"/>
              <a:t> </a:t>
            </a:r>
            <a:r>
              <a:rPr lang="de-DE" dirty="0" err="1" smtClean="0"/>
              <a:t>ensemble</a:t>
            </a:r>
            <a:r>
              <a:rPr lang="de-DE" dirty="0" smtClean="0"/>
              <a:t> </a:t>
            </a:r>
            <a:r>
              <a:rPr lang="de-DE" dirty="0" err="1" smtClean="0"/>
              <a:t>predictors</a:t>
            </a:r>
            <a:endParaRPr lang="de-DE" dirty="0" smtClean="0"/>
          </a:p>
          <a:p>
            <a:r>
              <a:rPr lang="de-DE" dirty="0" smtClean="0"/>
              <a:t>LR </a:t>
            </a:r>
            <a:r>
              <a:rPr lang="de-DE" dirty="0" err="1" smtClean="0"/>
              <a:t>annealing</a:t>
            </a:r>
            <a:r>
              <a:rPr lang="de-DE" dirty="0" smtClean="0"/>
              <a:t> </a:t>
            </a:r>
            <a:r>
              <a:rPr lang="de-DE" dirty="0" err="1" smtClean="0"/>
              <a:t>speeds</a:t>
            </a:r>
            <a:r>
              <a:rPr lang="de-DE" dirty="0" smtClean="0"/>
              <a:t> </a:t>
            </a:r>
            <a:r>
              <a:rPr lang="de-DE" dirty="0" err="1" smtClean="0"/>
              <a:t>up</a:t>
            </a:r>
            <a:r>
              <a:rPr lang="de-DE" dirty="0" smtClean="0"/>
              <a:t> </a:t>
            </a:r>
            <a:r>
              <a:rPr lang="de-DE" dirty="0" err="1" smtClean="0"/>
              <a:t>training</a:t>
            </a:r>
            <a:r>
              <a:rPr lang="de-DE" dirty="0" smtClean="0"/>
              <a:t> 2.5x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4302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Breitbild</PresentationFormat>
  <Paragraphs>13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Wingdings</vt:lpstr>
      <vt:lpstr>Office</vt:lpstr>
      <vt:lpstr>Impact of LR Annealing</vt:lpstr>
      <vt:lpstr>LR Annealing</vt:lpstr>
      <vt:lpstr>Using best runs</vt:lpstr>
      <vt:lpstr>Using ensemble predictors</vt:lpstr>
      <vt:lpstr>Bottom line</vt:lpstr>
    </vt:vector>
  </TitlesOfParts>
  <Company>ZI 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LR Annealing</dc:title>
  <dc:creator>Fechtelpeter, Janik</dc:creator>
  <cp:lastModifiedBy>Fechtelpeter, Janik</cp:lastModifiedBy>
  <cp:revision>1</cp:revision>
  <dcterms:created xsi:type="dcterms:W3CDTF">2025-02-19T13:39:41Z</dcterms:created>
  <dcterms:modified xsi:type="dcterms:W3CDTF">2025-02-19T13:39:46Z</dcterms:modified>
</cp:coreProperties>
</file>