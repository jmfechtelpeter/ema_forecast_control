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8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88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3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34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40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54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30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64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15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64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10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5C2C9-8038-45F4-811B-C62A9ED6A08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9534E-F357-4389-8310-DA018B4F75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256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Hierarchical</a:t>
            </a:r>
            <a:r>
              <a:rPr lang="de-DE" dirty="0" smtClean="0"/>
              <a:t> PLRNN </a:t>
            </a:r>
            <a:r>
              <a:rPr lang="de-DE" dirty="0" err="1" smtClean="0"/>
              <a:t>gridsearch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60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Learning rate </a:t>
            </a:r>
            <a:r>
              <a:rPr lang="de-DE" smtClean="0"/>
              <a:t>parameters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78" y="1690688"/>
            <a:ext cx="10147219" cy="48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2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78" y="1690688"/>
            <a:ext cx="10147219" cy="48344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83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78" y="1690688"/>
            <a:ext cx="10147219" cy="48021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634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78" y="1690689"/>
            <a:ext cx="10742222" cy="66522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Prewarming</a:t>
            </a:r>
            <a:r>
              <a:rPr lang="de-DE" dirty="0" smtClean="0"/>
              <a:t> (with LR </a:t>
            </a:r>
            <a:r>
              <a:rPr lang="de-DE" dirty="0" err="1" smtClean="0"/>
              <a:t>params</a:t>
            </a:r>
            <a:r>
              <a:rPr lang="de-DE" dirty="0" smtClean="0"/>
              <a:t>, </a:t>
            </a:r>
            <a:r>
              <a:rPr lang="de-DE" dirty="0" err="1" smtClean="0"/>
              <a:t>ReduceLROnPlateau</a:t>
            </a:r>
            <a:r>
              <a:rPr lang="de-DE" dirty="0" smtClean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920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31" y="1432398"/>
            <a:ext cx="1061085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764908"/>
            <a:ext cx="1061085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8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Dim_p</a:t>
            </a:r>
            <a:r>
              <a:rPr lang="de-DE" dirty="0" smtClean="0"/>
              <a:t>, </a:t>
            </a:r>
            <a:r>
              <a:rPr lang="de-DE" dirty="0" err="1" smtClean="0"/>
              <a:t>dim_z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56" y="1330561"/>
            <a:ext cx="4448175" cy="313372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531" y="1245845"/>
            <a:ext cx="4619625" cy="313372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350" y="4379570"/>
            <a:ext cx="3670601" cy="23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2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Breitbild</PresentationFormat>
  <Paragraphs>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Hierarchical PLRNN gridsearch</vt:lpstr>
      <vt:lpstr>Learning rate parameters</vt:lpstr>
      <vt:lpstr>PowerPoint-Präsentation</vt:lpstr>
      <vt:lpstr>PowerPoint-Präsentation</vt:lpstr>
      <vt:lpstr>Prewarming (with LR params, ReduceLROnPlateau)</vt:lpstr>
      <vt:lpstr>PowerPoint-Präsentation</vt:lpstr>
      <vt:lpstr>PowerPoint-Präsentation</vt:lpstr>
      <vt:lpstr>Dim_p, dim_z</vt:lpstr>
    </vt:vector>
  </TitlesOfParts>
  <Company>ZI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PLRNN gridsearch</dc:title>
  <dc:creator>Fechtelpeter, Janik</dc:creator>
  <cp:lastModifiedBy>Fechtelpeter, Janik</cp:lastModifiedBy>
  <cp:revision>5</cp:revision>
  <dcterms:created xsi:type="dcterms:W3CDTF">2025-03-24T16:31:49Z</dcterms:created>
  <dcterms:modified xsi:type="dcterms:W3CDTF">2025-03-25T15:22:47Z</dcterms:modified>
</cp:coreProperties>
</file>